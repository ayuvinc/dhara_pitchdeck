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Sz cx="12192000" cy="6858000"/>
  <p:notesSz cx="6858000" cy="9144000"/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lvl1pPr>
        <a:defRPr lang="en-US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png"/>
  <Relationship Id="rId2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png"/>
  <Relationship Id="rId2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5.png"/>
  <Relationship Id="rId2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png"/>
  <Relationship Id="rId2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png"/>
  <Relationship Id="rId2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8.png"/>
  <Relationship Id="rId2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9.png"/>
  <Relationship Id="rId2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0.png"/>
  <Relationship Id="rId2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1.png"/>
  <Relationship Id="rId2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2.png"/>
  <Relationship Id="rId2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3.png"/>
  <Relationship Id="rId2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oble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lu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y No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under Sto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y Others Fail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k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siness Mode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c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nanci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nit Economic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 As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