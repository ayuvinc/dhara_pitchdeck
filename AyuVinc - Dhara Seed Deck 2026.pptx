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Sz cx="12192000" cy="6858000"/>
  <p:notesSz cx="6858000" cy="9144000"/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slide" Target="slides/slide8.xml"/>
  <Relationship Id="rId10" Type="http://schemas.openxmlformats.org/officeDocument/2006/relationships/slide" Target="slides/slide9.xml"/>
  <Relationship Id="rId11" Type="http://schemas.openxmlformats.org/officeDocument/2006/relationships/slide" Target="slides/slide10.xml"/>
  <Relationship Id="rId12" Type="http://schemas.openxmlformats.org/officeDocument/2006/relationships/slide" Target="slides/slide11.xml"/>
  <Relationship Id="rId13" Type="http://schemas.openxmlformats.org/officeDocument/2006/relationships/slide" Target="slides/slide12.xml"/>
  <Relationship Id="rId14" Type="http://schemas.openxmlformats.org/officeDocument/2006/relationships/slide" Target="slides/slide13.xml"/>
  <Relationship Id="rId15" Type="http://schemas.openxmlformats.org/officeDocument/2006/relationships/slide" Target="slides/slide14.xml"/>
  <Relationship Id="rId16" Type="http://schemas.openxmlformats.org/officeDocument/2006/relationships/slide" Target="slides/slide15.xml"/>
  <Relationship Id="rId17" Type="http://schemas.openxmlformats.org/officeDocument/2006/relationships/slide" Target="slides/slide16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sldLayoutIdLst>
    <p:sldLayoutId id="2147483649" r:id="rId1"/>
  </p:sldLayoutIdLst>
  <p:txStyles>
    <p:titleStyle>
      <a:lvl1pPr>
        <a:defRPr lang="en-US"/>
      </a:lvl1pPr>
    </p:titleStyle>
    <p:bodyStyle>
      <a:lvl1pPr>
        <a:defRPr lang="en-US"/>
      </a:lvl1pPr>
    </p:bodyStyle>
    <p:otherStyle>
      <a:lvl1pPr>
        <a:defRPr lang="en-US"/>
      </a:lvl1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1.jpeg"/>
  <Relationship Id="rId2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2.jpeg"/>
  <Relationship Id="rId2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3.jpeg"/>
  <Relationship Id="rId2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4.jpeg"/>
  <Relationship Id="rId2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5.jpeg"/>
  <Relationship Id="rId2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6.jpeg"/>
  <Relationship Id="rId2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7.jpeg"/>
  <Relationship Id="rId2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8.jpeg"/>
  <Relationship Id="rId2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9.jpeg"/>
  <Relationship Id="rId2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10.jpeg"/>
  <Relationship Id="rId2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11.jpeg"/>
  <Relationship Id="rId2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12.jpeg"/>
  <Relationship Id="rId2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13.jpeg"/>
  <Relationship Id="rId2" Type="http://schemas.openxmlformats.org/officeDocument/2006/relationships/slideLayout" Target="../slideLayouts/slideLayout1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14.jpeg"/>
  <Relationship Id="rId2" Type="http://schemas.openxmlformats.org/officeDocument/2006/relationships/slideLayout" Target="../slideLayouts/slideLayout1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15.jpeg"/>
  <Relationship Id="rId2" Type="http://schemas.openxmlformats.org/officeDocument/2006/relationships/slideLayout" Target="../slideLayouts/slideLayout1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16.jpeg"/>
  <Relationship Id="rId2" Type="http://schemas.openxmlformats.org/officeDocument/2006/relationships/slideLayout"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